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1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Proiect</a:t>
            </a:r>
            <a:r>
              <a:rPr lang="en-US" sz="4000" dirty="0"/>
              <a:t> POO 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>
                <a:solidFill>
                  <a:srgbClr val="5792BA"/>
                </a:solidFill>
              </a:rPr>
              <a:t>Cusenco Roland</a:t>
            </a:r>
          </a:p>
          <a:p>
            <a:pPr algn="l"/>
            <a:r>
              <a:rPr lang="en-US" dirty="0">
                <a:solidFill>
                  <a:srgbClr val="5792BA"/>
                </a:solidFill>
              </a:rPr>
              <a:t>Dinca Bogdan</a:t>
            </a:r>
          </a:p>
          <a:p>
            <a:pPr algn="l"/>
            <a:r>
              <a:rPr lang="en-US" dirty="0" err="1">
                <a:solidFill>
                  <a:srgbClr val="5792BA"/>
                </a:solidFill>
              </a:rPr>
              <a:t>Zavalas</a:t>
            </a:r>
            <a:r>
              <a:rPr lang="en-US" dirty="0">
                <a:solidFill>
                  <a:srgbClr val="5792BA"/>
                </a:solidFill>
              </a:rPr>
              <a:t> Albert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696B-6098-DF54-DAAC-DDD487C0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845" y="127819"/>
            <a:ext cx="6154994" cy="3637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Clasa</a:t>
            </a:r>
            <a:r>
              <a:rPr lang="en-US" dirty="0"/>
              <a:t>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5D3E-F518-42C2-962B-7E805D6B5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04569"/>
            <a:ext cx="10845586" cy="514227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US" dirty="0"/>
          </a:p>
          <a:p>
            <a:r>
              <a:rPr lang="en-US" dirty="0"/>
              <a:t> Cu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ocupa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Clasa</a:t>
            </a:r>
            <a:r>
              <a:rPr lang="en-US" dirty="0"/>
              <a:t> administrator are </a:t>
            </a:r>
            <a:r>
              <a:rPr lang="en-US" dirty="0" err="1"/>
              <a:t>abilitatea</a:t>
            </a:r>
            <a:r>
              <a:rPr lang="en-US" dirty="0"/>
              <a:t> de a </a:t>
            </a:r>
            <a:r>
              <a:rPr lang="en-US" dirty="0" err="1"/>
              <a:t>crea</a:t>
            </a:r>
            <a:r>
              <a:rPr lang="en-US" dirty="0"/>
              <a:t>/</a:t>
            </a:r>
            <a:r>
              <a:rPr lang="en-US" dirty="0" err="1"/>
              <a:t>sterge</a:t>
            </a:r>
            <a:r>
              <a:rPr lang="en-US" dirty="0"/>
              <a:t>/</a:t>
            </a:r>
            <a:r>
              <a:rPr lang="en-US" dirty="0" err="1"/>
              <a:t>edita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tine de </a:t>
            </a:r>
            <a:r>
              <a:rPr lang="en-US" dirty="0" err="1"/>
              <a:t>abonamente</a:t>
            </a:r>
            <a:r>
              <a:rPr lang="en-US" dirty="0"/>
              <a:t>/</a:t>
            </a:r>
            <a:r>
              <a:rPr lang="en-US" dirty="0" err="1"/>
              <a:t>parcari</a:t>
            </a:r>
            <a:r>
              <a:rPr lang="en-US" dirty="0"/>
              <a:t>/</a:t>
            </a:r>
            <a:r>
              <a:rPr lang="en-US" dirty="0" err="1"/>
              <a:t>clienti</a:t>
            </a:r>
            <a:r>
              <a:rPr lang="en-US" dirty="0"/>
              <a:t>/reguli.</a:t>
            </a:r>
          </a:p>
          <a:p>
            <a:pPr marL="450000" lvl="1" indent="0">
              <a:buNone/>
            </a:pPr>
            <a:r>
              <a:rPr lang="en-US" dirty="0"/>
              <a:t>Cum face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schimbari</a:t>
            </a:r>
            <a:r>
              <a:rPr lang="en-US" dirty="0"/>
              <a:t>?</a:t>
            </a:r>
          </a:p>
          <a:p>
            <a:pPr marL="450000" lvl="1" indent="0">
              <a:buNone/>
            </a:pPr>
            <a:r>
              <a:rPr lang="en-US" dirty="0"/>
              <a:t>	   </a:t>
            </a:r>
            <a:r>
              <a:rPr lang="en-US" dirty="0" err="1"/>
              <a:t>Clasa</a:t>
            </a:r>
            <a:r>
              <a:rPr lang="en-US" dirty="0"/>
              <a:t> respective are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in </a:t>
            </a:r>
            <a:r>
              <a:rPr lang="en-US" dirty="0" err="1"/>
              <a:t>componenta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,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carora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         	  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schimbari</a:t>
            </a:r>
            <a:r>
              <a:rPr lang="en-US" dirty="0"/>
              <a:t>.</a:t>
            </a:r>
          </a:p>
          <a:p>
            <a:pPr marL="450000" lvl="1" indent="0">
              <a:buNone/>
            </a:pPr>
            <a:r>
              <a:rPr lang="en-US" dirty="0"/>
              <a:t>	   </a:t>
            </a:r>
          </a:p>
          <a:p>
            <a:pPr marL="450000" lvl="1" indent="0">
              <a:buNone/>
            </a:pPr>
            <a:endParaRPr lang="en-US" dirty="0"/>
          </a:p>
          <a:p>
            <a:pPr marL="450000" lvl="1" indent="0">
              <a:buNone/>
            </a:pPr>
            <a:r>
              <a:rPr lang="en-US" dirty="0"/>
              <a:t>	 (</a:t>
            </a:r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sunt </a:t>
            </a:r>
            <a:r>
              <a:rPr lang="en-US" dirty="0" err="1"/>
              <a:t>supraincarcate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face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, </a:t>
            </a:r>
            <a:r>
              <a:rPr lang="en-US" dirty="0" err="1"/>
              <a:t>doar</a:t>
            </a:r>
            <a:r>
              <a:rPr lang="en-US" dirty="0"/>
              <a:t> ca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	                                                         </a:t>
            </a:r>
            <a:r>
              <a:rPr lang="en-US" dirty="0" err="1"/>
              <a:t>diferiti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545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8247-5244-F0FE-1189-7DBD736E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297E6-8912-45FF-8B39-360DAA057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clientului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creeze</a:t>
            </a:r>
            <a:r>
              <a:rPr lang="en-US" dirty="0"/>
              <a:t>/</a:t>
            </a:r>
            <a:r>
              <a:rPr lang="en-US" dirty="0" err="1"/>
              <a:t>reinnoiasca</a:t>
            </a:r>
            <a:r>
              <a:rPr lang="en-US" dirty="0"/>
              <a:t>/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abonamentul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vizualizeze</a:t>
            </a:r>
            <a:r>
              <a:rPr lang="en-US" dirty="0"/>
              <a:t> </a:t>
            </a:r>
            <a:r>
              <a:rPr lang="en-US" dirty="0" err="1"/>
              <a:t>regulile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de administrator.</a:t>
            </a:r>
          </a:p>
          <a:p>
            <a:pPr lvl="1"/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schimbe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pe care are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abonamentul</a:t>
            </a:r>
            <a:r>
              <a:rPr lang="en-US" dirty="0"/>
              <a:t>.</a:t>
            </a:r>
          </a:p>
          <a:p>
            <a:pPr marL="450000" lvl="1" indent="0">
              <a:buNone/>
            </a:pPr>
            <a:r>
              <a:rPr lang="en-US" dirty="0"/>
              <a:t>Cum </a:t>
            </a:r>
            <a:r>
              <a:rPr lang="en-US" dirty="0" err="1"/>
              <a:t>poate</a:t>
            </a:r>
            <a:r>
              <a:rPr lang="en-US" dirty="0"/>
              <a:t> face </a:t>
            </a:r>
            <a:r>
              <a:rPr lang="en-US" dirty="0" err="1"/>
              <a:t>schimbari</a:t>
            </a:r>
            <a:r>
              <a:rPr lang="en-US" dirty="0"/>
              <a:t> la </a:t>
            </a:r>
            <a:r>
              <a:rPr lang="en-US" dirty="0" err="1"/>
              <a:t>propiul</a:t>
            </a:r>
            <a:r>
              <a:rPr lang="en-US" dirty="0"/>
              <a:t> </a:t>
            </a:r>
            <a:r>
              <a:rPr lang="en-US" dirty="0" err="1"/>
              <a:t>abonament</a:t>
            </a:r>
            <a:r>
              <a:rPr lang="en-US" dirty="0"/>
              <a:t>?</a:t>
            </a:r>
          </a:p>
          <a:p>
            <a:pPr marL="450000" lvl="1" indent="0">
              <a:buNone/>
            </a:pPr>
            <a:r>
              <a:rPr lang="en-US" dirty="0"/>
              <a:t>	   </a:t>
            </a:r>
            <a:r>
              <a:rPr lang="en-US" dirty="0" err="1"/>
              <a:t>Acesta</a:t>
            </a:r>
            <a:r>
              <a:rPr lang="en-US" dirty="0"/>
              <a:t>, la </a:t>
            </a:r>
            <a:r>
              <a:rPr lang="en-US" dirty="0" err="1"/>
              <a:t>fel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administratorul</a:t>
            </a:r>
            <a:r>
              <a:rPr lang="en-US" dirty="0"/>
              <a:t>, are  </a:t>
            </a:r>
            <a:r>
              <a:rPr lang="en-US" dirty="0" err="1"/>
              <a:t>propriile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ii permit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realizeze</a:t>
            </a:r>
            <a:r>
              <a:rPr lang="en-US" dirty="0"/>
              <a:t>                    	 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schimbari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0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3702-58C3-BAD3-ADC7-8BB9A9EA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Zona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D71A-8FF9-12F0-AAF5-B4E6E2D20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locatia</a:t>
            </a:r>
            <a:r>
              <a:rPr lang="en-US" dirty="0"/>
              <a:t> in care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parcarile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ii permit </a:t>
            </a:r>
            <a:r>
              <a:rPr lang="en-US" dirty="0" err="1"/>
              <a:t>administratorului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adauga</a:t>
            </a:r>
            <a:r>
              <a:rPr lang="en-US" dirty="0"/>
              <a:t>/</a:t>
            </a:r>
            <a:r>
              <a:rPr lang="en-US" dirty="0" err="1"/>
              <a:t>stearga</a:t>
            </a:r>
            <a:r>
              <a:rPr lang="en-US" dirty="0"/>
              <a:t>/</a:t>
            </a:r>
            <a:r>
              <a:rPr lang="en-US" dirty="0" err="1"/>
              <a:t>editeze</a:t>
            </a:r>
            <a:r>
              <a:rPr lang="en-US" dirty="0"/>
              <a:t> </a:t>
            </a:r>
            <a:r>
              <a:rPr lang="en-US" dirty="0" err="1"/>
              <a:t>parcari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caute</a:t>
            </a:r>
            <a:r>
              <a:rPr lang="en-US" dirty="0"/>
              <a:t> </a:t>
            </a:r>
            <a:r>
              <a:rPr lang="en-US" dirty="0" err="1"/>
              <a:t>clientii</a:t>
            </a:r>
            <a:r>
              <a:rPr lang="en-US" dirty="0"/>
              <a:t> care sunt </a:t>
            </a:r>
            <a:r>
              <a:rPr lang="en-US" dirty="0" err="1"/>
              <a:t>parcati</a:t>
            </a:r>
            <a:r>
              <a:rPr lang="en-US" dirty="0"/>
              <a:t> in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locatie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74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05CF-20BB-BB1D-C6D9-A00F374F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Abonament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A3EC4-BAC4-34F6-0DEB-D3528D81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abonamentul</a:t>
            </a:r>
            <a:r>
              <a:rPr lang="en-US" dirty="0"/>
              <a:t> pe care </a:t>
            </a:r>
            <a:r>
              <a:rPr lang="en-US" dirty="0" err="1"/>
              <a:t>clientul</a:t>
            </a:r>
            <a:r>
              <a:rPr lang="en-US" dirty="0"/>
              <a:t>/</a:t>
            </a:r>
            <a:r>
              <a:rPr lang="en-US" dirty="0" err="1"/>
              <a:t>adminul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il </a:t>
            </a:r>
            <a:r>
              <a:rPr lang="en-US" dirty="0" err="1"/>
              <a:t>creeze</a:t>
            </a:r>
            <a:r>
              <a:rPr lang="en-US" dirty="0"/>
              <a:t>/</a:t>
            </a:r>
            <a:r>
              <a:rPr lang="en-US" dirty="0" err="1"/>
              <a:t>editeze</a:t>
            </a:r>
            <a:r>
              <a:rPr lang="en-US" dirty="0"/>
              <a:t>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propriile</a:t>
            </a:r>
            <a:r>
              <a:rPr lang="en-US" dirty="0"/>
              <a:t> </a:t>
            </a:r>
            <a:r>
              <a:rPr lang="en-US" dirty="0" err="1"/>
              <a:t>permisiuni</a:t>
            </a:r>
            <a:r>
              <a:rPr lang="en-US" dirty="0"/>
              <a:t>.</a:t>
            </a:r>
          </a:p>
          <a:p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abonament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tipuri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798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3EEF-E545-3FED-BD57-AFFD463C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functionalitatii</a:t>
            </a:r>
            <a:r>
              <a:rPr lang="en-US" dirty="0"/>
              <a:t> </a:t>
            </a:r>
            <a:r>
              <a:rPr lang="en-US" dirty="0" err="1"/>
              <a:t>codului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310B3E8-9A9F-3629-B9CB-9FBF69DD0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" y="0"/>
            <a:ext cx="1212317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1F3E73E1-D69F-A73C-D014-B3B13EA45C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8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{60E5B8D2-316B-4DB5-8F82-372108331C22}TF44c8ba04-08d0-4be5-99b0-3ee2a8f0f11401c8fd43_win32-463ac1ec4738</Template>
  <TotalTime>112</TotalTime>
  <Words>237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Nova</vt:lpstr>
      <vt:lpstr>Arial Nova Light</vt:lpstr>
      <vt:lpstr>Wingdings 2</vt:lpstr>
      <vt:lpstr>SlateVTI</vt:lpstr>
      <vt:lpstr>Proiect POO    </vt:lpstr>
      <vt:lpstr>Clasa Administrator</vt:lpstr>
      <vt:lpstr>Clasa Client</vt:lpstr>
      <vt:lpstr>Clasa Zona</vt:lpstr>
      <vt:lpstr>Clasa Abonament</vt:lpstr>
      <vt:lpstr>Diagrama functionalitatii codului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Cusenco Roland</dc:creator>
  <cp:lastModifiedBy>Cusenco Roland</cp:lastModifiedBy>
  <cp:revision>2</cp:revision>
  <dcterms:created xsi:type="dcterms:W3CDTF">2026-01-13T08:41:37Z</dcterms:created>
  <dcterms:modified xsi:type="dcterms:W3CDTF">2026-01-13T10:34:33Z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